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5943600" cy="5943600"/>
          </a:xfrm>
          <a:prstGeom prst="ellipse">
            <a:avLst/>
          </a:prstGeom>
          <a:solidFill>
            <a:srgbClr val="6C8E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291840"/>
            <a:ext cx="5486400" cy="5486400"/>
          </a:xfrm>
          <a:prstGeom prst="ellipse">
            <a:avLst/>
          </a:prstGeom>
          <a:solidFill>
            <a:srgbClr val="A98BF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91440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6C8EF7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9692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HUFS  ·  ISD TEAM  ·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LMS-Aware AI Copilot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Personalized Learning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33272" y="3977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Chrome extension that connects to HUFS e-Class and answers questions about your lectures and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— using a fully local RAG pipeline. No student data ever leaves the machine.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05840" y="50749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0749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87752" y="507492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50749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50749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50749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FTS5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68696" y="5074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5074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507492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5074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50749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5074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presentation   ·   Live Demo   ·   Q&amp;A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8E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Entity-Relationship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778240" y="5120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2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AI 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74980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HUFS · ISD Team ·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72768"/>
            <a:ext cx="118872" cy="118872"/>
          </a:xfrm>
          <a:prstGeom prst="ellipse">
            <a:avLst/>
          </a:prstGeom>
          <a:solidFill>
            <a:srgbClr val="6C8EF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90472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C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883664"/>
            <a:ext cx="2622042" cy="1129284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883664"/>
            <a:ext cx="64008" cy="1129284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920240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4088" y="2176272"/>
            <a:ext cx="238429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lms_id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enc_session_cookie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scraping_interval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last_sync_at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177540"/>
            <a:ext cx="2622042" cy="987552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77540"/>
            <a:ext cx="64008" cy="987552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214116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" y="3470148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lms_url_id  UK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329684"/>
            <a:ext cx="2622042" cy="987552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329684"/>
            <a:ext cx="64008" cy="987552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366260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4622292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71850" y="1572768"/>
            <a:ext cx="118872" cy="118872"/>
          </a:xfrm>
          <a:prstGeom prst="ellipse">
            <a:avLst/>
          </a:prstGeom>
          <a:solidFill>
            <a:srgbClr val="34E0C8"/>
          </a:solidFill>
          <a:ln/>
        </p:spPr>
      </p:sp>
      <p:sp>
        <p:nvSpPr>
          <p:cNvPr id="24" name="Text 22"/>
          <p:cNvSpPr/>
          <p:nvPr/>
        </p:nvSpPr>
        <p:spPr>
          <a:xfrm>
            <a:off x="3554730" y="1490472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· RETRIEVAL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53562" y="1883664"/>
            <a:ext cx="2622042" cy="987552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3562" y="1883664"/>
            <a:ext cx="64008" cy="987552"/>
          </a:xfrm>
          <a:prstGeom prst="rect">
            <a:avLst/>
          </a:prstGeom>
          <a:solidFill>
            <a:srgbClr val="34E0C8"/>
          </a:solidFill>
          <a:ln/>
        </p:spPr>
      </p:sp>
      <p:sp>
        <p:nvSpPr>
          <p:cNvPr id="27" name="Text 25"/>
          <p:cNvSpPr/>
          <p:nvPr/>
        </p:nvSpPr>
        <p:spPr>
          <a:xfrm>
            <a:off x="3509010" y="1920240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09010" y="2176272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file_type · file_path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  (MD5)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3562" y="3035808"/>
            <a:ext cx="2622042" cy="987552"/>
          </a:xfrm>
          <a:prstGeom prst="rect">
            <a:avLst/>
          </a:prstGeom>
          <a:solidFill>
            <a:srgbClr val="20283F"/>
          </a:solidFill>
          <a:ln w="17780">
            <a:solidFill>
              <a:srgbClr val="34E0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3562" y="3035808"/>
            <a:ext cx="64008" cy="987552"/>
          </a:xfrm>
          <a:prstGeom prst="rect">
            <a:avLst/>
          </a:prstGeom>
          <a:solidFill>
            <a:srgbClr val="34E0C8"/>
          </a:solidFill>
          <a:ln/>
        </p:spPr>
      </p:sp>
      <p:sp>
        <p:nvSpPr>
          <p:cNvPr id="31" name="Text 29"/>
          <p:cNvSpPr/>
          <p:nvPr/>
        </p:nvSpPr>
        <p:spPr>
          <a:xfrm>
            <a:off x="3509010" y="3072384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Doc_Chunk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82996" y="308152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4E0C8"/>
                </a:solidFill>
              </a:rPr>
              <a:t>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9010" y="3328416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page_ref · chunk_index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53562" y="4187952"/>
            <a:ext cx="2622042" cy="562356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3562" y="4187952"/>
            <a:ext cx="64008" cy="562356"/>
          </a:xfrm>
          <a:prstGeom prst="rect">
            <a:avLst/>
          </a:prstGeom>
          <a:solidFill>
            <a:srgbClr val="34E0C8"/>
          </a:solidFill>
          <a:ln/>
        </p:spPr>
      </p:sp>
      <p:sp>
        <p:nvSpPr>
          <p:cNvPr id="36" name="Text 34"/>
          <p:cNvSpPr/>
          <p:nvPr/>
        </p:nvSpPr>
        <p:spPr>
          <a:xfrm>
            <a:off x="3509010" y="4224528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Doc_Chunk_fts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09010" y="4480560"/>
            <a:ext cx="238429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FTS5 virtual · content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6772" y="1572768"/>
            <a:ext cx="118872" cy="118872"/>
          </a:xfrm>
          <a:prstGeom prst="ellipse">
            <a:avLst/>
          </a:prstGeom>
          <a:solidFill>
            <a:srgbClr val="A9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6359652" y="1490472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9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 · LOGS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58484" y="1883664"/>
            <a:ext cx="2622042" cy="987552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58484" y="1883664"/>
            <a:ext cx="64008" cy="987552"/>
          </a:xfrm>
          <a:prstGeom prst="rect">
            <a:avLst/>
          </a:prstGeom>
          <a:solidFill>
            <a:srgbClr val="A9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6313932" y="1920240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Learning_Activity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13932" y="2176272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· course_id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· status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due_date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58484" y="3035808"/>
            <a:ext cx="2622042" cy="987552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58484" y="3035808"/>
            <a:ext cx="64008" cy="987552"/>
          </a:xfrm>
          <a:prstGeom prst="rect">
            <a:avLst/>
          </a:prstGeom>
          <a:solidFill>
            <a:srgbClr val="A98BFA"/>
          </a:solidFill>
          <a:ln/>
        </p:spPr>
      </p:sp>
      <p:sp>
        <p:nvSpPr>
          <p:cNvPr id="46" name="Text 44"/>
          <p:cNvSpPr/>
          <p:nvPr/>
        </p:nvSpPr>
        <p:spPr>
          <a:xfrm>
            <a:off x="6313932" y="3072384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Personal_Log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13932" y="3328416"/>
            <a:ext cx="238429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· course_id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stay_time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58484" y="4187952"/>
            <a:ext cx="2622042" cy="676656"/>
          </a:xfrm>
          <a:prstGeom prst="rect">
            <a:avLst/>
          </a:prstGeom>
          <a:solidFill>
            <a:srgbClr val="12241F"/>
          </a:solidFill>
          <a:ln w="12700">
            <a:solidFill>
              <a:srgbClr val="34E0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3932" y="4261104"/>
            <a:ext cx="2347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4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LOCAL
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data stays in SQLite — nothing on an external server.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81694" y="1572768"/>
            <a:ext cx="118872" cy="118872"/>
          </a:xfrm>
          <a:prstGeom prst="ellipse">
            <a:avLst/>
          </a:prstGeom>
          <a:solidFill>
            <a:srgbClr val="F7B955"/>
          </a:solidFill>
          <a:ln/>
        </p:spPr>
      </p:sp>
      <p:sp>
        <p:nvSpPr>
          <p:cNvPr id="51" name="Text 49"/>
          <p:cNvSpPr/>
          <p:nvPr/>
        </p:nvSpPr>
        <p:spPr>
          <a:xfrm>
            <a:off x="9164574" y="1490472"/>
            <a:ext cx="2439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7B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63406" y="1883664"/>
            <a:ext cx="2622042" cy="845820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63406" y="1883664"/>
            <a:ext cx="64008" cy="845820"/>
          </a:xfrm>
          <a:prstGeom prst="rect">
            <a:avLst/>
          </a:prstGeom>
          <a:solidFill>
            <a:srgbClr val="F7B955"/>
          </a:solidFill>
          <a:ln/>
        </p:spPr>
      </p:sp>
      <p:sp>
        <p:nvSpPr>
          <p:cNvPr id="54" name="Text 52"/>
          <p:cNvSpPr/>
          <p:nvPr/>
        </p:nvSpPr>
        <p:spPr>
          <a:xfrm>
            <a:off x="9118854" y="1920240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Chat_Session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118854" y="2176272"/>
            <a:ext cx="238429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· course_id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963406" y="2894076"/>
            <a:ext cx="2622042" cy="1129284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3406" y="2894076"/>
            <a:ext cx="64008" cy="1129284"/>
          </a:xfrm>
          <a:prstGeom prst="rect">
            <a:avLst/>
          </a:prstGeom>
          <a:solidFill>
            <a:srgbClr val="F7B955"/>
          </a:solidFill>
          <a:ln/>
        </p:spPr>
      </p:sp>
      <p:sp>
        <p:nvSpPr>
          <p:cNvPr id="58" name="Text 56"/>
          <p:cNvSpPr/>
          <p:nvPr/>
        </p:nvSpPr>
        <p:spPr>
          <a:xfrm>
            <a:off x="9118854" y="2930652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Chat_Log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118854" y="3186684"/>
            <a:ext cx="238429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chat_id  PK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 FK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· content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 · sources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feedback_score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963406" y="4187952"/>
            <a:ext cx="2622042" cy="562356"/>
          </a:xfrm>
          <a:prstGeom prst="rect">
            <a:avLst/>
          </a:prstGeom>
          <a:solidFill>
            <a:srgbClr val="171D2E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63406" y="4187952"/>
            <a:ext cx="64008" cy="562356"/>
          </a:xfrm>
          <a:prstGeom prst="rect">
            <a:avLst/>
          </a:prstGeom>
          <a:solidFill>
            <a:srgbClr val="F7B955"/>
          </a:solidFill>
          <a:ln/>
        </p:spPr>
      </p:sp>
      <p:sp>
        <p:nvSpPr>
          <p:cNvPr id="62" name="Text 60"/>
          <p:cNvSpPr/>
          <p:nvPr/>
        </p:nvSpPr>
        <p:spPr>
          <a:xfrm>
            <a:off x="9118854" y="4224528"/>
            <a:ext cx="238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Chat_Log_fts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118854" y="4480560"/>
            <a:ext cx="238429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FTS5 virtual · content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5486400"/>
            <a:ext cx="11091672" cy="841248"/>
          </a:xfrm>
          <a:prstGeom prst="rect">
            <a:avLst/>
          </a:prstGeom>
          <a:solidFill>
            <a:srgbClr val="151A2A"/>
          </a:solidFill>
          <a:ln w="9525">
            <a:solidFill>
              <a:srgbClr val="2A33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5577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13232" y="57972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─&lt; Enrollment &gt;─ Course      Course ─&lt; Material ─&lt; Doc_Chunk      Material ─&lt; Personal_Log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0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─&lt; Learning_Activity      User ─&lt; Personal_Log      User ─&lt; Chat_Session ─&lt; Chat_Log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8E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Six-Layer End-to-End Pipeline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778240" y="5120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2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AI 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74980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HUFS · ISD Team ·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2601468" cy="182880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947672"/>
            <a:ext cx="384048" cy="384048"/>
          </a:xfrm>
          <a:prstGeom prst="ellipse">
            <a:avLst/>
          </a:prstGeom>
          <a:solidFill>
            <a:srgbClr val="6C8EF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196596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 Extension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8096" y="2441448"/>
            <a:ext cx="22174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UI on every page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JSESSIONID auto-capture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Personal_Log stay-time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78708" y="1783080"/>
            <a:ext cx="2601468" cy="182880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43300" y="1947672"/>
            <a:ext cx="384048" cy="384048"/>
          </a:xfrm>
          <a:prstGeom prst="ellipse">
            <a:avLst/>
          </a:prstGeom>
          <a:solidFill>
            <a:srgbClr val="A9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35433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37076" y="196596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98164" y="2441448"/>
            <a:ext cx="22174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REST endpoints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/sync · /sync/delta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/chat/stream  (SSE)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1783080"/>
            <a:ext cx="2601468" cy="182880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1947672"/>
            <a:ext cx="384048" cy="384048"/>
          </a:xfrm>
          <a:prstGeom prst="ellipse">
            <a:avLst/>
          </a:prstGeom>
          <a:solidFill>
            <a:srgbClr val="34E0C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67144" y="196596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e-Class Scraper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2441448"/>
            <a:ext cx="22174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Cookie-injection auth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POST report/project_list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endpoints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38844" y="1783080"/>
            <a:ext cx="2601468" cy="182880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03436" y="1947672"/>
            <a:ext cx="384048" cy="384048"/>
          </a:xfrm>
          <a:prstGeom prst="ellipse">
            <a:avLst/>
          </a:prstGeom>
          <a:solidFill>
            <a:srgbClr val="F7B955"/>
          </a:solidFill>
          <a:ln/>
        </p:spPr>
      </p:sp>
      <p:sp>
        <p:nvSpPr>
          <p:cNvPr id="26" name="Text 24"/>
          <p:cNvSpPr/>
          <p:nvPr/>
        </p:nvSpPr>
        <p:spPr>
          <a:xfrm>
            <a:off x="9203436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7212" y="196596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 Pipeline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58300" y="2441448"/>
            <a:ext cx="22174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PDF/PPTX → text extract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chunking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dedup → FTS5 index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4709160" cy="233172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4005072"/>
            <a:ext cx="384048" cy="384048"/>
          </a:xfrm>
          <a:prstGeom prst="ellipse">
            <a:avLst/>
          </a:prstGeom>
          <a:solidFill>
            <a:srgbClr val="6C8EF7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07008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Database — local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8096" y="4498848"/>
            <a:ext cx="4325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+ 2 FTS5 virtual tables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Course · Material · Doc_Chunk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Learning_Activity · Chat · Personal_Log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 for everything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0" y="3840480"/>
            <a:ext cx="6153912" cy="2331720"/>
          </a:xfrm>
          <a:prstGeom prst="rect">
            <a:avLst/>
          </a:prstGeom>
          <a:solidFill>
            <a:srgbClr val="171D2E"/>
          </a:solidFill>
          <a:ln w="11430">
            <a:solidFill>
              <a:srgbClr val="2A33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50992" y="4005072"/>
            <a:ext cx="384048" cy="384048"/>
          </a:xfrm>
          <a:prstGeom prst="ellipse">
            <a:avLst/>
          </a:prstGeom>
          <a:solidFill>
            <a:srgbClr val="34E0C8"/>
          </a:solidFill>
          <a:ln/>
        </p:spPr>
      </p:sp>
      <p:sp>
        <p:nvSpPr>
          <p:cNvPr id="36" name="Text 34"/>
          <p:cNvSpPr/>
          <p:nvPr/>
        </p:nvSpPr>
        <p:spPr>
          <a:xfrm>
            <a:off x="565099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44768" y="40233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Engine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705856" y="4498848"/>
            <a:ext cx="576986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  →  activity  vs  material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→ Learning_Activity + D-day in Python  (no LLM)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→ 8B keyword extract → FTS5 MATCH (LIMIT 8)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→ Groq llama-3.3-70b (only external call) → 8b fallback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StreamingResponse — token-by-token render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98280" y="141732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241B10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14173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Groq Cloud</a:t>
            </a:r>
            <a:pPr algn="ctr" indent="0" marL="0">
              <a:buNone/>
            </a:pPr>
            <a:r>
              <a:rPr lang="en-US" sz="8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only lecture text leaves the device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68396" y="2697480"/>
            <a:ext cx="192024" cy="0"/>
          </a:xfrm>
          <a:prstGeom prst="line">
            <a:avLst/>
          </a:prstGeom>
          <a:noFill/>
          <a:ln w="20320">
            <a:solidFill>
              <a:srgbClr val="3A467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98464" y="2697480"/>
            <a:ext cx="192024" cy="0"/>
          </a:xfrm>
          <a:prstGeom prst="line">
            <a:avLst/>
          </a:prstGeom>
          <a:noFill/>
          <a:ln w="20320">
            <a:solidFill>
              <a:srgbClr val="3A467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28532" y="2697480"/>
            <a:ext cx="192024" cy="0"/>
          </a:xfrm>
          <a:prstGeom prst="line">
            <a:avLst/>
          </a:prstGeom>
          <a:noFill/>
          <a:ln w="20320">
            <a:solidFill>
              <a:srgbClr val="3A467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679442" y="3611880"/>
            <a:ext cx="0" cy="228600"/>
          </a:xfrm>
          <a:prstGeom prst="line">
            <a:avLst/>
          </a:prstGeom>
          <a:noFill/>
          <a:ln w="20320">
            <a:solidFill>
              <a:srgbClr val="3A467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257800" y="5006340"/>
            <a:ext cx="228600" cy="0"/>
          </a:xfrm>
          <a:prstGeom prst="line">
            <a:avLst/>
          </a:prstGeom>
          <a:noFill/>
          <a:ln w="20320">
            <a:solidFill>
              <a:srgbClr val="3A467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8E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Core Flows — Sync &amp; RAG Chat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778240" y="5120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2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AI 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74980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HUFS · ISD Team ·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5440680" cy="4846320"/>
          </a:xfrm>
          <a:prstGeom prst="rect">
            <a:avLst/>
          </a:prstGeom>
          <a:solidFill>
            <a:srgbClr val="151A2A"/>
          </a:solidFill>
          <a:ln w="11430">
            <a:solidFill>
              <a:srgbClr val="2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6C8E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17007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Sync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2212848"/>
            <a:ext cx="555955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212848"/>
            <a:ext cx="5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70355" y="2212848"/>
            <a:ext cx="480974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70355" y="2212848"/>
            <a:ext cx="480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61058" y="2212848"/>
            <a:ext cx="480974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058" y="2212848"/>
            <a:ext cx="480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212848"/>
            <a:ext cx="780898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212848"/>
            <a:ext cx="780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42386" y="2212848"/>
            <a:ext cx="780898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2386" y="2212848"/>
            <a:ext cx="780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e-Class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3011" y="2212848"/>
            <a:ext cx="705917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3011" y="2212848"/>
            <a:ext cx="705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2788920"/>
            <a:ext cx="0" cy="3118104"/>
          </a:xfrm>
          <a:prstGeom prst="line">
            <a:avLst/>
          </a:prstGeom>
          <a:noFill/>
          <a:ln w="17780">
            <a:solidFill>
              <a:srgbClr val="2A3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2743200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61872" y="27066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“Sync”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61872" y="30906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reads JSESSIONID cookie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" y="3511296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61872" y="34747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/sync  →  run_sync()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" y="3895344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61872" y="38587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Scraper: cookie-inject → GET main_form.acl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" y="4279392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261872" y="42428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course: upsert User / Course / Enrollment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" y="4663440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261872" y="46268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POST report_list · project_list.acl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5528" y="5047488"/>
            <a:ext cx="329184" cy="329184"/>
          </a:xfrm>
          <a:prstGeom prst="ellipse">
            <a:avLst/>
          </a:prstGeom>
          <a:solidFill>
            <a:srgbClr val="6C8EF7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261872" y="501091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clear_activities() → upsert  (submitted drop off)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95528" y="5431536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" y="5431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61872" y="53949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→ chunk → FTS5 index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5528" y="5815584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6C8E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" y="5815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261872" y="57790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touch_sync  →  “just synced”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99632" y="1508760"/>
            <a:ext cx="5440680" cy="4846320"/>
          </a:xfrm>
          <a:prstGeom prst="rect">
            <a:avLst/>
          </a:prstGeom>
          <a:solidFill>
            <a:srgbClr val="151A2A"/>
          </a:solidFill>
          <a:ln w="11430">
            <a:solidFill>
              <a:srgbClr val="2A33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28232" y="1691640"/>
            <a:ext cx="365760" cy="365760"/>
          </a:xfrm>
          <a:prstGeom prst="ellipse">
            <a:avLst/>
          </a:prstGeom>
          <a:solidFill>
            <a:srgbClr val="34E0C8"/>
          </a:solidFill>
          <a:ln/>
        </p:spPr>
      </p:sp>
      <p:sp>
        <p:nvSpPr>
          <p:cNvPr id="55" name="Text 53"/>
          <p:cNvSpPr/>
          <p:nvPr/>
        </p:nvSpPr>
        <p:spPr>
          <a:xfrm>
            <a:off x="642823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912864" y="17007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Chat  (SSE)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455664" y="2212848"/>
            <a:ext cx="555955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5664" y="2212848"/>
            <a:ext cx="5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21347" y="2212848"/>
            <a:ext cx="480974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21347" y="2212848"/>
            <a:ext cx="480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12050" y="2212848"/>
            <a:ext cx="480974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12050" y="2212848"/>
            <a:ext cx="480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02752" y="2212848"/>
            <a:ext cx="705917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02752" y="2212848"/>
            <a:ext cx="705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18397" y="2212848"/>
            <a:ext cx="555955" cy="274320"/>
          </a:xfrm>
          <a:prstGeom prst="roundRect">
            <a:avLst>
              <a:gd name="adj" fmla="val 50000"/>
            </a:avLst>
          </a:prstGeom>
          <a:solidFill>
            <a:srgbClr val="1A21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18397" y="2212848"/>
            <a:ext cx="555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611112" y="2788920"/>
            <a:ext cx="0" cy="3070098"/>
          </a:xfrm>
          <a:prstGeom prst="line">
            <a:avLst/>
          </a:prstGeom>
          <a:noFill/>
          <a:ln w="17780">
            <a:solidFill>
              <a:srgbClr val="2A33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6520" y="2743200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12864" y="2706624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446520" y="3175254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31752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912864" y="3138678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/chat/stream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446520" y="3607308"/>
            <a:ext cx="329184" cy="329184"/>
          </a:xfrm>
          <a:prstGeom prst="ellipse">
            <a:avLst/>
          </a:prstGeom>
          <a:solidFill>
            <a:srgbClr val="34E0C8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3607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912864" y="3570732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router:  activity  or  material ?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46520" y="4039362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46520" y="403936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912864" y="4002786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→ Learning_Activity + D-day (Python)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46520" y="4471416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912864" y="4434840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→ 8B keyword → FTS5 MATCH (8)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446520" y="4903470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6520" y="49034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912864" y="4866894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get_hybrid_history → prompt builder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46520" y="5335524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46520" y="5335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912864" y="5298948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(stream=True) → SSE deltas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446520" y="5767578"/>
            <a:ext cx="329184" cy="329184"/>
          </a:xfrm>
          <a:prstGeom prst="ellipse">
            <a:avLst/>
          </a:prstGeom>
          <a:solidFill>
            <a:srgbClr val="20283F"/>
          </a:solidFill>
          <a:ln w="15240">
            <a:solidFill>
              <a:srgbClr val="34E0C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46520" y="576757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E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6912864" y="5731002"/>
            <a:ext cx="45262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Chat_Log (sources) · +1 / −1 feedback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8E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Running — switching to the browser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778240" y="51206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2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AI 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0" y="74980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HUFS · ISD Team ·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6583680" cy="3657600"/>
          </a:xfrm>
          <a:prstGeom prst="rect">
            <a:avLst/>
          </a:prstGeom>
          <a:solidFill>
            <a:srgbClr val="151A2A"/>
          </a:solidFill>
          <a:ln w="1143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7B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ROADMAP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13969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209397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capture cookie → scrape 7 enrolled courses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64261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259689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detect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KJKEY from URL → course name in header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14553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98448" y="309981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Q&amp;A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“이번 주 과제 마감일?” → streamed, with D-day tags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64845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360273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Q&amp;A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“Merge Sort 시간복잡도?” → FTS5 → source page tags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15137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98448" y="410565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reuse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follow-up question keeps prior context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4654296"/>
            <a:ext cx="347472" cy="347472"/>
          </a:xfrm>
          <a:prstGeom prst="ellipse">
            <a:avLst/>
          </a:prstGeom>
          <a:solidFill>
            <a:srgbClr val="20283F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98448" y="460857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</a:t>
            </a:r>
            <a:pPr indent="0" marL="0">
              <a:buNone/>
            </a:pPr>
            <a:r>
              <a:rPr lang="en-US" sz="115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thumbs-up → Chat_Log.feedback_score = 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1554480"/>
            <a:ext cx="4325112" cy="3657600"/>
          </a:xfrm>
          <a:prstGeom prst="rect">
            <a:avLst/>
          </a:prstGeom>
          <a:solidFill>
            <a:srgbClr val="171D2E"/>
          </a:solidFill>
          <a:ln w="12700">
            <a:solidFill>
              <a:srgbClr val="3A46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43800" y="2176272"/>
            <a:ext cx="73152" cy="420624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213969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sync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cookie-based, zero manual login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43800" y="2770632"/>
            <a:ext cx="73152" cy="420624"/>
          </a:xfrm>
          <a:prstGeom prst="rect">
            <a:avLst/>
          </a:prstGeom>
          <a:solidFill>
            <a:srgbClr val="A9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27340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vs material — no wasted LLM calls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43800" y="3364992"/>
            <a:ext cx="73152" cy="420624"/>
          </a:xfrm>
          <a:prstGeom prst="rect">
            <a:avLst/>
          </a:prstGeom>
          <a:solidFill>
            <a:srgbClr val="34E0C8"/>
          </a:solidFill>
          <a:ln/>
        </p:spPr>
      </p:sp>
      <p:sp>
        <p:nvSpPr>
          <p:cNvPr id="36" name="Text 34"/>
          <p:cNvSpPr/>
          <p:nvPr/>
        </p:nvSpPr>
        <p:spPr>
          <a:xfrm>
            <a:off x="7726680" y="33284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D-day computed in Python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543800" y="3959352"/>
            <a:ext cx="73152" cy="420624"/>
          </a:xfrm>
          <a:prstGeom prst="rect">
            <a:avLst/>
          </a:prstGeom>
          <a:solidFill>
            <a:srgbClr val="F7B955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392277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real PDF pages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543800" y="4553712"/>
            <a:ext cx="73152" cy="420624"/>
          </a:xfrm>
          <a:prstGeom prst="rect">
            <a:avLst/>
          </a:prstGeom>
          <a:solidFill>
            <a:srgbClr val="6C8EF7"/>
          </a:solidFill>
          <a:ln/>
        </p:spPr>
      </p:sp>
      <p:sp>
        <p:nvSpPr>
          <p:cNvPr id="40" name="Text 38"/>
          <p:cNvSpPr/>
          <p:nvPr/>
        </p:nvSpPr>
        <p:spPr>
          <a:xfrm>
            <a:off x="7726680" y="451713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SQLite, on-device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86400" y="5486400"/>
            <a:ext cx="6153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LMS-Aware AI Copilot   ·   HUFS ISD Team   · 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LMS-Aware AI Copilot</dc:title>
  <dc:subject>PptxGenJS Presentation</dc:subject>
  <dc:creator>ISD Team</dc:creator>
  <cp:lastModifiedBy>ISD Team</cp:lastModifiedBy>
  <cp:revision>1</cp:revision>
  <dcterms:created xsi:type="dcterms:W3CDTF">2026-06-08T18:48:03Z</dcterms:created>
  <dcterms:modified xsi:type="dcterms:W3CDTF">2026-06-08T18:48:03Z</dcterms:modified>
</cp:coreProperties>
</file>